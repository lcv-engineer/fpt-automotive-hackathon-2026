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1f3c02d504ef1" /><Relationship Type="http://schemas.openxmlformats.org/officeDocument/2006/relationships/extended-properties" Target="/docProps/app.xml" Id="Rbd1f4e63553e4cea" /><Relationship Type="http://schemas.openxmlformats.org/officeDocument/2006/relationships/officeDocument" Target="/ppt/presentation.xml" Id="R46ff359f2cc6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e259cc5064663"/>
  </p:sldMasterIdLst>
  <p:notesMasterIdLst>
    <p:notesMasterId xmlns:r="http://schemas.openxmlformats.org/officeDocument/2006/relationships" r:id="Ra548a5da5e734b62"/>
  </p:notesMasterIdLst>
  <p:sldIdLst>
    <p:sldId xmlns:r="http://schemas.openxmlformats.org/officeDocument/2006/relationships" id="256" r:id="Rdeb9c21d30eb47a2"/>
    <p:sldId xmlns:r="http://schemas.openxmlformats.org/officeDocument/2006/relationships" id="257" r:id="R3d2f74ea49694d4a"/>
    <p:sldId xmlns:r="http://schemas.openxmlformats.org/officeDocument/2006/relationships" id="258" r:id="R9a9a7db89a634a00"/>
    <p:sldId xmlns:r="http://schemas.openxmlformats.org/officeDocument/2006/relationships" id="259" r:id="R90e6ea446a0c4bf6"/>
    <p:sldId xmlns:r="http://schemas.openxmlformats.org/officeDocument/2006/relationships" id="260" r:id="R4ec7bbdfcea3425d"/>
    <p:sldId xmlns:r="http://schemas.openxmlformats.org/officeDocument/2006/relationships" id="261" r:id="R3bbefafff0a44518"/>
    <p:sldId xmlns:r="http://schemas.openxmlformats.org/officeDocument/2006/relationships" id="262" r:id="R6eccdb8d330e4a11"/>
    <p:sldId xmlns:r="http://schemas.openxmlformats.org/officeDocument/2006/relationships" id="263" r:id="Rd62efa808aa14c02"/>
    <p:sldId xmlns:r="http://schemas.openxmlformats.org/officeDocument/2006/relationships" id="264" r:id="R144e0a830f9e44e5"/>
    <p:sldId xmlns:r="http://schemas.openxmlformats.org/officeDocument/2006/relationships" id="265" r:id="R574223ba4eef44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24a89b3654f32" /><Relationship Type="http://schemas.openxmlformats.org/officeDocument/2006/relationships/slideMaster" Target="/ppt/slideMasters/slideMaster1.xml" Id="R93ee259cc5064663" /><Relationship Type="http://schemas.openxmlformats.org/officeDocument/2006/relationships/notesMaster" Target="/ppt/notesMasters/notesMaster1.xml" Id="Ra548a5da5e734b62" /><Relationship Type="http://schemas.openxmlformats.org/officeDocument/2006/relationships/presProps" Target="/ppt/presProps.xml" Id="R98747335849f410e" /><Relationship Type="http://schemas.openxmlformats.org/officeDocument/2006/relationships/viewProps" Target="/ppt/viewProps.xml" Id="Rd7309f02a5e1422d" /><Relationship Type="http://schemas.openxmlformats.org/officeDocument/2006/relationships/tableStyles" Target="/ppt/tableStyles.xml" Id="R7e32be51e4d34993" /><Relationship Type="http://schemas.openxmlformats.org/officeDocument/2006/relationships/slide" Target="/ppt/slides/slide1.xml" Id="Rdeb9c21d30eb47a2" /><Relationship Type="http://schemas.openxmlformats.org/officeDocument/2006/relationships/slide" Target="/ppt/slides/slide2.xml" Id="R3d2f74ea49694d4a" /><Relationship Type="http://schemas.openxmlformats.org/officeDocument/2006/relationships/slide" Target="/ppt/slides/slide3.xml" Id="R9a9a7db89a634a00" /><Relationship Type="http://schemas.openxmlformats.org/officeDocument/2006/relationships/slide" Target="/ppt/slides/slide4.xml" Id="R90e6ea446a0c4bf6" /><Relationship Type="http://schemas.openxmlformats.org/officeDocument/2006/relationships/slide" Target="/ppt/slides/slide5.xml" Id="R4ec7bbdfcea3425d" /><Relationship Type="http://schemas.openxmlformats.org/officeDocument/2006/relationships/slide" Target="/ppt/slides/slide6.xml" Id="R3bbefafff0a44518" /><Relationship Type="http://schemas.openxmlformats.org/officeDocument/2006/relationships/slide" Target="/ppt/slides/slide7.xml" Id="R6eccdb8d330e4a11" /><Relationship Type="http://schemas.openxmlformats.org/officeDocument/2006/relationships/slide" Target="/ppt/slides/slide8.xml" Id="Rd62efa808aa14c02" /><Relationship Type="http://schemas.openxmlformats.org/officeDocument/2006/relationships/slide" Target="/ppt/slides/slide9.xml" Id="R144e0a830f9e44e5" /><Relationship Type="http://schemas.openxmlformats.org/officeDocument/2006/relationships/slide" Target="/ppt/slides/slide10.xml" Id="R574223ba4eef44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512086cc3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6c8a280691442e" /><Relationship Type="http://schemas.openxmlformats.org/officeDocument/2006/relationships/notesMaster" Target="/ppt/notesMasters/notesMaster1.xml" Id="Rb7be9336c9f9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9e986ac6e4436" /><Relationship Type="http://schemas.openxmlformats.org/officeDocument/2006/relationships/notesMaster" Target="/ppt/notesMasters/notesMaster1.xml" Id="R3df171c0832841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41b9dce76d4576" /><Relationship Type="http://schemas.openxmlformats.org/officeDocument/2006/relationships/notesMaster" Target="/ppt/notesMasters/notesMaster1.xml" Id="R3b8ac830d0d9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317328cd34f4f" /><Relationship Type="http://schemas.openxmlformats.org/officeDocument/2006/relationships/notesMaster" Target="/ppt/notesMasters/notesMaster1.xml" Id="R3171948f9084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1f11cc52743d7" /><Relationship Type="http://schemas.openxmlformats.org/officeDocument/2006/relationships/notesMaster" Target="/ppt/notesMasters/notesMaster1.xml" Id="Rcac60e9e216b4e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6250f940c4aba" /><Relationship Type="http://schemas.openxmlformats.org/officeDocument/2006/relationships/notesMaster" Target="/ppt/notesMasters/notesMaster1.xml" Id="Ra2a9cca8047d40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ef76f59b8040e0" /><Relationship Type="http://schemas.openxmlformats.org/officeDocument/2006/relationships/notesMaster" Target="/ppt/notesMasters/notesMaster1.xml" Id="R8c95359a56974e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025901e4eb4177" /><Relationship Type="http://schemas.openxmlformats.org/officeDocument/2006/relationships/notesMaster" Target="/ppt/notesMasters/notesMaster1.xml" Id="R2f7367d80ecb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65cc4273184e75" /><Relationship Type="http://schemas.openxmlformats.org/officeDocument/2006/relationships/notesMaster" Target="/ppt/notesMasters/notesMaster1.xml" Id="Rf9afff49959843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ad59b92e384a50" /><Relationship Type="http://schemas.openxmlformats.org/officeDocument/2006/relationships/notesMaster" Target="/ppt/notesMasters/notesMaster1.xml" Id="Rabfc7e57cbec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outcome: trợ lý giọng nói tiếng Việt có boundary thực thi rõ.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biến vấn đề thành danh sách tính năng; giữ trọng tâm vào attention và action safety.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Klauer et al. (2006), NHTSA DOT HS 810 594, The Impact of Driver Inattention on Near-Crash/Crash Risk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AI chỉ đề xuất intent; claim Device vẫn đang khóa.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vong2/20-WRITE-UP-AI-VONG-2.md sections 3 and 7</a:t>
            </a:r>
          </a:p>
          <a:p xmlns:a="http://schemas.openxmlformats.org/drawingml/2006/main">
            <a:r>
              <a:t>- android/voice/README.md</a:t>
            </a:r>
          </a:p>
          <a:p xmlns:a="http://schemas.openxmlformats.org/drawingml/2006/main">
            <a:r>
              <a:t>- vong2/25-LECH-KIEN-TRUC-VOICE-PIPELINE.md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từ trái sang phải, dừng ở service/guard để nói rõ dependency.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android/voice/README.md</a:t>
            </a:r>
          </a:p>
          <a:p xmlns:a="http://schemas.openxmlformats.org/drawingml/2006/main">
            <a:r>
              <a:t>- automotive/README.md</a:t>
            </a:r>
          </a:p>
          <a:p xmlns:a="http://schemas.openxmlformats.org/drawingml/2006/main">
            <a:r>
              <a:t>- vong2/25-LECH-KIEN-TRUC-VOICE-PIPELINE.md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mô tả contract mục tiêu, không tuyên bố đã tích hợp SafetyGuard.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vong2/03-contracts.md section 4</a:t>
            </a:r>
          </a:p>
          <a:p xmlns:a="http://schemas.openxmlformats.org/drawingml/2006/main">
            <a:r>
              <a:t>- vong2/13-M7A-TINH-HUONG-PHUC-TAP.md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E12 là source/JVM evidence, không phải CarSky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evidence/c2/jvm-test-summary.txt</a:t>
            </a:r>
          </a:p>
          <a:p xmlns:a="http://schemas.openxmlformats.org/drawingml/2006/main">
            <a:r>
              <a:t>- commit 150df0bebc8d071632eef6223d5f37e3f7c84684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cột trái trước, sau đó nêu từng gate đỏ ở cột phải.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là giả thuyết cần kiểm chứng, không phải số liệu đã đo.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chính có hai tình huống phức tạp đã có test: thiếu slot và ngoài phạm vi.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vong2/14-KICH-BAN-DEMO-3-PHUT.md</a:t>
            </a:r>
          </a:p>
          <a:p xmlns:a="http://schemas.openxmlformats.org/drawingml/2006/main">
            <a:r>
              <a:t>- vong2/13-M7A-TINH-HUONG-PHUC-TAP.md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bằng quyết định: ưu tiên execution-path evidence thay vì thêm tính năng.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  <a:p xmlns:a="http://schemas.openxmlformats.org/drawingml/2006/main">
            <a:r>
              <a:t>- vong2/20-WRITE-UP-AI-VONG-2.md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c9b4b804942d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4dd9622654e92" /><Relationship Type="http://schemas.openxmlformats.org/officeDocument/2006/relationships/slideLayout" Target="/ppt/slideLayouts/slideLayout1.xml" Id="R5ca10700f88f4f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a10700f88f4f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a5dc9cdc40ce" /><Relationship Type="http://schemas.openxmlformats.org/officeDocument/2006/relationships/image" Target="/ppt/media/image.png" Id="Rcd33cba255a84f4c" /><Relationship Type="http://schemas.openxmlformats.org/officeDocument/2006/relationships/image" Target="/ppt/media/image2.png" Id="Rd318f1b5fda64069" /><Relationship Type="http://schemas.openxmlformats.org/officeDocument/2006/relationships/image" Target="/ppt/media/image3.png" Id="Rad05df16d7ae4164" /><Relationship Type="http://schemas.openxmlformats.org/officeDocument/2006/relationships/notesSlide" Target="/ppt/notesSlides/notesSlide1.xml" Id="R9581f8df7ca443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b2a36d994185" /><Relationship Type="http://schemas.openxmlformats.org/officeDocument/2006/relationships/image" Target="/ppt/media/image4.png" Id="Ra920ed024be64544" /><Relationship Type="http://schemas.openxmlformats.org/officeDocument/2006/relationships/notesSlide" Target="/ppt/notesSlides/notesSlide2.xml" Id="R95474fb4e67649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00838a9947bd" /><Relationship Type="http://schemas.openxmlformats.org/officeDocument/2006/relationships/image" Target="/ppt/media/image5.png" Id="R4f907de7a48a49d7" /><Relationship Type="http://schemas.openxmlformats.org/officeDocument/2006/relationships/notesSlide" Target="/ppt/notesSlides/notesSlide3.xml" Id="Rd7cdaf108a4940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9737848314dca" /><Relationship Type="http://schemas.openxmlformats.org/officeDocument/2006/relationships/image" Target="/ppt/media/image6.png" Id="Re1286ecbfc1242e0" /><Relationship Type="http://schemas.openxmlformats.org/officeDocument/2006/relationships/image" Target="/ppt/media/image7.png" Id="R9c3f8d4f71944de9" /><Relationship Type="http://schemas.openxmlformats.org/officeDocument/2006/relationships/image" Target="/ppt/media/image8.png" Id="Rb11157390a8347a3" /><Relationship Type="http://schemas.openxmlformats.org/officeDocument/2006/relationships/image" Target="/ppt/media/image9.png" Id="Rd73f1bf10c904a73" /><Relationship Type="http://schemas.openxmlformats.org/officeDocument/2006/relationships/image" Target="/ppt/media/image10.png" Id="Rd4826578d6c64e69" /><Relationship Type="http://schemas.openxmlformats.org/officeDocument/2006/relationships/image" Target="/ppt/media/image11.png" Id="R49551e0dba4d4a3e" /><Relationship Type="http://schemas.openxmlformats.org/officeDocument/2006/relationships/notesSlide" Target="/ppt/notesSlides/notesSlide4.xml" Id="R7280aacd350c4b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00d027c304330" /><Relationship Type="http://schemas.openxmlformats.org/officeDocument/2006/relationships/image" Target="/ppt/media/image12.png" Id="Rd964d1087d484770" /><Relationship Type="http://schemas.openxmlformats.org/officeDocument/2006/relationships/image" Target="/ppt/media/image13.png" Id="R0280b4cdadda4900" /><Relationship Type="http://schemas.openxmlformats.org/officeDocument/2006/relationships/image" Target="/ppt/media/image14.png" Id="R89e0ccd293a24d5e" /><Relationship Type="http://schemas.openxmlformats.org/officeDocument/2006/relationships/notesSlide" Target="/ppt/notesSlides/notesSlide5.xml" Id="R0a76931d49c743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cc11e0e54f5f" /><Relationship Type="http://schemas.openxmlformats.org/officeDocument/2006/relationships/image" Target="/ppt/media/image15.png" Id="R0674e85ddb4a42f5" /><Relationship Type="http://schemas.openxmlformats.org/officeDocument/2006/relationships/image" Target="/ppt/media/image16.png" Id="Readca0d0eb644955" /><Relationship Type="http://schemas.openxmlformats.org/officeDocument/2006/relationships/image" Target="/ppt/media/image17.png" Id="R54d5281ed5704648" /><Relationship Type="http://schemas.openxmlformats.org/officeDocument/2006/relationships/image" Target="/ppt/media/image18.png" Id="Rd0293f26252343b2" /><Relationship Type="http://schemas.openxmlformats.org/officeDocument/2006/relationships/image" Target="/ppt/media/image19.png" Id="R39fcf7c9a41b452b" /><Relationship Type="http://schemas.openxmlformats.org/officeDocument/2006/relationships/notesSlide" Target="/ppt/notesSlides/notesSlide6.xml" Id="R5ea22987eecd4b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789729ad34b94" /><Relationship Type="http://schemas.openxmlformats.org/officeDocument/2006/relationships/image" Target="/ppt/media/image15.png" Id="R40e270368d144073" /><Relationship Type="http://schemas.openxmlformats.org/officeDocument/2006/relationships/image" Target="/ppt/media/image16.png" Id="Rcbb776e8bc644f63" /><Relationship Type="http://schemas.openxmlformats.org/officeDocument/2006/relationships/image" Target="/ppt/media/image17.png" Id="R6d2782e05f07446d" /><Relationship Type="http://schemas.openxmlformats.org/officeDocument/2006/relationships/image" Target="/ppt/media/image18.png" Id="R695af6a0fdef4397" /><Relationship Type="http://schemas.openxmlformats.org/officeDocument/2006/relationships/image" Target="/ppt/media/image19.png" Id="Rfa0507fbb80c4578" /><Relationship Type="http://schemas.openxmlformats.org/officeDocument/2006/relationships/notesSlide" Target="/ppt/notesSlides/notesSlide7.xml" Id="Ra177bd47bd48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517831764a00" /><Relationship Type="http://schemas.openxmlformats.org/officeDocument/2006/relationships/image" Target="/ppt/media/image20.png" Id="R114b210758f247cb" /><Relationship Type="http://schemas.openxmlformats.org/officeDocument/2006/relationships/image" Target="/ppt/media/image21.png" Id="R7369ff24d13b4b5b" /><Relationship Type="http://schemas.openxmlformats.org/officeDocument/2006/relationships/image" Target="/ppt/media/image22.png" Id="R23dbee0a0bb74866" /><Relationship Type="http://schemas.openxmlformats.org/officeDocument/2006/relationships/notesSlide" Target="/ppt/notesSlides/notesSlide8.xml" Id="R4e15dc5b4bff42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6b723c1fe4d7c" /><Relationship Type="http://schemas.openxmlformats.org/officeDocument/2006/relationships/notesSlide" Target="/ppt/notesSlides/notesSlide9.xml" Id="R0e0fad92ee9141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015a5096a4b75" /><Relationship Type="http://schemas.openxmlformats.org/officeDocument/2006/relationships/image" Target="/ppt/media/image23.png" Id="R56151b3f464c4517" /><Relationship Type="http://schemas.openxmlformats.org/officeDocument/2006/relationships/notesSlide" Target="/ppt/notesSlides/notesSlide10.xml" Id="R34d40d5120ef41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352231-D122-4707-8897-F02EC54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051560"/>
            <a:ext cx="3063240" cy="3063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3cba255a8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205740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7AF7D26-38ED-4E24-8A47-41D61D7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5204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8f1b5fda6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37033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0B1D26E8-7AD3-4CC5-89E0-53BDB94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66F"/>
          </a:solidFill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5df16d7ae4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6448" y="395020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4AC8AA82-1DE0-48A7-8258-DC4F713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7498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79A27C5A-3482-4873-B2DC-E29FD1F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AI TRÊN AAOS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9590F802-2933-4FC4-B800-D1793BA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Vietnamese In-Vehicle Assistant</a:t>
            </a: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648D2FCF-AFCB-4126-8CFE-18CEBBF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490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Digital Cockpit · Voice-Controlled Assistant · Tài xế giao hàng</a:t>
            </a:r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316E488-E993-41D6-A941-01C71375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95D818E-E439-49F8-81DA-FBA3277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2EE345E-6237-4EA5-AFD2-B40E5C4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65F2D8-56F7-4E8B-8F76-CE9D1F3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PITCH VÒNG 2</a:t>
            </a:r>
          </a:p>
        </p:txBody>
      </p:sp>
    </p:spTree>
    <p:extLst>
      <p:ext uri="{BB962C8B-B14F-4D97-AF65-F5344CB8AC3E}">
        <p14:creationId xmlns:p14="http://schemas.microsoft.com/office/powerpoint/2010/main" val="1778893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F64393-1A0F-4698-8A95-1DAC448E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A03D57-556D-4F0E-97AF-FA68EE8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VẤN ĐỀ KHÔNG PHẢI THIẾU MÀN HÌNH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DAD670-D8BC-4FD5-BB54-E0BE86D6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20D12E-1C11-40F7-8DA8-7A42BD3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Tài xế cần hoàn thành tác vụ mà vẫn giữ mắt trên đường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CFF701-C3AD-4C82-AF5A-AB3175C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66160" cy="452628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E0A821-6878-4511-B5C1-25CE8B41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55648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0ed024be6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805" y="1931213"/>
            <a:ext cx="380390" cy="38039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0CE6E24-A2A6-4407-9055-5FBA6B6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8BD7B2E-CEC4-4611-AEB3-7632E89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3017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 cơ va chạm khi rời mắt quá 2 giây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DA61DA-1AC1-4FCD-BDCE-549CAFD9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NHTSA/VTTI 100-Car Study (2006): glance &gt;2 giây làm tăng ít nhất gấp đôi nguy cơ crash/near-crash.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2F5906B-D2D0-4536-985E-9A01C7F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1328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4962593-0B95-4BCE-8789-F19E8E4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47AB196-0F4B-4C5D-84D5-4954C69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462B32C-9AA6-4996-A598-5883F26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459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Mỗi chặng giao tạo nhiều lần chạm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F98C77C-DA0E-47C3-964A-9FC30D76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93392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Điều hướng, gọi khách, xác nhận giao và chỉnh cockpit kéo mắt khỏi đường.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FF253AF-A173-4CD4-89D6-0CF9A2C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4096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941CE98-A673-43F8-BDF3-53E2E24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C5D6603-A5AD-4609-BE94-DDBD85B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8DD3451-307B-4078-8B0E-6E74DEF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218688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Trợ lý phổ thông nói được nhưng không điều khiển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76C3E9D-19CE-4780-8813-97340D5C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66160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Tiếng Việt trong cabin ồn, offline và lệnh xe có kiểu vẫn là khoảng trống.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898FD0A-B20F-4569-B41C-24B07803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6864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87185A-9F3C-47AC-8E9B-C792071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4B93BDB-CC6B-40A1-B4D2-00A05AA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E0E028A-BF81-4B28-A2B5-CDD72C6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91456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Lệnh xe không được phép “đoán”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59BA43E-E20A-4457-BBCE-1FEC3BF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138928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Một intent sai không chỉ tạo câu trả lời sai; nó có thể đổi trạng thái actuator.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DA3F6D4-56C9-4D64-881D-C4F30CD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773BC56-E47A-4477-A598-FC6565B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448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8A2A57-163A-470C-A66C-CB82EEEB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181F9-9497-448F-8A44-8020D68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GIẢI PHÁP: AI HIỂU, BOUNDARY QUYẾT ĐỊNH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BEC30A-6D41-44F0-A50A-1578BDFA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822815-58CA-427A-A5D2-81D46F6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VIVA biến câu tiếng Việt thành intent có kiểu — rồi chờ kết quả thực thi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A55EFB-1DDA-4342-A51D-319CE1C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11183112" cy="1938528"/>
          </a:xfrm>
          <a:prstGeom xmlns:a="http://schemas.openxmlformats.org/drawingml/2006/main" prst="roundRect">
            <a:avLst>
              <a:gd name="adj" fmla="val 2594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62ED22-12F1-4A17-B2BF-4F38CAD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934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 TRONG MỘT CÂU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068866-B106-4ECF-AC5E-4711066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0561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Nhấn nói → một AudioRecord → Silero VAD → ASR → grammar router → SafetyGuard → adapter → TTS/HMI. VAD và guard đang ở luồng APK; media play/pause/next đã qua source/build. Trace ghi đúng stage; runtime CarSky còn chờ Device evidence.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DBFBDC-CC51-4969-A5C0-4CF4089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11183112" cy="2395728"/>
          </a:xfrm>
          <a:prstGeom xmlns:a="http://schemas.openxmlformats.org/drawingml/2006/main" prst="roundRect">
            <a:avLst>
              <a:gd name="adj" fmla="val 2099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6AF3F4-169B-4801-AA81-222ECD4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07de7a48a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634" y="3972154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417308-BF73-4AF2-BEB5-356B8C1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50208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NGUYÊN TẮC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F565ED-27B2-4BE3-92E4-F72386F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0561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A2440"/>
                </a:solidFill>
                <a:latin typeface="Arial"/>
                <a:ea typeface="Arial"/>
                <a:cs typeface="Arial"/>
              </a:rPr>
              <a:t>AI chỉ nhận biết và đề xuất intent. Kiến trúc ép intent qua schema, policy và adapter trước actuator. Snapshot hiện chứng minh voice/VAD/router/guard/media adapter ở source/JVM/build; CarSky, actuator thật và p95 chỉ claim sau Device evidence.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063E699-2548-4655-A177-B094BAC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FD5F1E-9E5C-4B64-8622-9C6743F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25243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3385B-BA48-4D00-94B4-5B53378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720F76-D8B5-4698-8C0F-51B9EDB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ĐÍCH VÀ ĐƯỜNG CHẠY THỰC TẾ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940339-8355-43B9-B461-5BD2FC0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736597-FD8B-4CEA-BDEA-DD1E6DB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Phân biệt thành phần đang chạy trong APK với module đích đã có source/JVM: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BA76D5-E19D-4C72-A93D-069189C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DD94838-778D-4455-BAD6-4E79308D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86ecbfc1242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017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0BC2A1-8AC6-4F08-AEE4-2BA5F66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Mic + Vosk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4C479B5-892F-46FA-BAE0-2DFB63EE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AudioRecord · tự endpoint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A32FE27-AB39-4270-8F2C-696C543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CEDADD-9796-4479-B184-B860469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0164F7D-5771-4493-B109-A9467DC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91C8D15-D3CC-435E-8534-031427C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098776A-2CF6-4201-A27E-0F89D85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f8d4f71944d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2983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038989B-4272-44E4-9097-D009D0E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VAD + ASR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56D3566-0E25-4C10-B5D2-08D80FB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Silero live · AsrClient boundary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4F65BA-72EC-42FD-9597-77B086A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38E9FBA-C1EE-479D-89D0-2E33BC8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VAD LIVE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929BB7-6903-482C-8D2E-98F9D74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9A68874-FB18-43CC-901C-6F94659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F51E05E-E4AC-44F2-BB5F-7DF24FF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157390a8347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5791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AC6B11EF-352D-4049-BBD8-8287B16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43E8738-8A7C-454F-9656-C5A9FC9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10 intent grammar có kiểu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C73E85C-9D25-41A4-ABF1-3B358B9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BE5E4DFE-E34B-4585-9086-E8884D9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1ACC55A5-47A3-46D3-B167-D44A0B8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04145DE-59B5-421D-8E7A-36A433F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25400">
            <a:solidFill>
              <a:srgbClr val="F26F21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7710AADC-1B32-461A-BBD2-25A8ADDD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10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1bf10c904a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8599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0776AFB1-1FFB-47EE-9942-42A9B22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SERVICE / GUARD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5F6000FB-5CAC-422E-B056-04A7934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policy + execution boundary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9BE0A9E2-A269-4E39-80BC-8E2C660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A1339B43-1681-41BF-BE30-15E6154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 LIVE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789208A7-FB17-4C0D-8650-B4BA0AA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A30D6393-57B2-4529-B41F-FF57798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6C767D89-8313-4D8B-9313-A1B3FA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26578d6c64e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407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B04FAFC5-E4EC-4FA2-86F4-0A925D5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VHAL / Media</a:t>
            </a:r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388D5528-E35A-40A9-89B3-76A2676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Vehicle adapter · MediaBrowser</a:t>
            </a:r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83512507-2D4A-4D5C-A479-8ACC9A0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57141B5B-0C16-4116-90D6-DDA4720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/ BUILD</a:t>
            </a:r>
          </a:p>
        </p:txBody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79CC6FDC-6CB7-4B32-AFCF-0E25276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E684B9AC-F427-4414-BCEC-9EB2771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11FC918A-5256-4163-A9F6-E4BED59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2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51e0dba4d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421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30CACFC8-FD66-484B-855F-A7686056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TTS + HMI</a:t>
            </a:r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93919551-C297-4A9D-8F3D-AF8B73D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36 prompt · audio focus</a:t>
            </a:r>
          </a:p>
        </p:txBody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514F83CA-A7E5-4475-9266-28B058E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A0910E7C-F254-4ECF-B934-FC3C323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D051BCE4-BC1A-4596-9073-D91F333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1183112" cy="1024128"/>
          </a:xfrm>
          <a:prstGeom xmlns:a="http://schemas.openxmlformats.org/drawingml/2006/main" prst="roundRect">
            <a:avLst>
              <a:gd name="adj" fmla="val 4911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54" name="Text 46">
            <a:extLst xmlns:a="http://schemas.openxmlformats.org/drawingml/2006/main">
              <a:ext uri="{FF2B5EF4-FFF2-40B4-BE49-F238E27FC236}">
                <a16:creationId xmlns:a16="http://schemas.microsoft.com/office/drawing/2014/main" id="{F92837F2-6182-4B46-A202-4241562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03904"/>
            <a:ext cx="106527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Đường chạy APK: speech_start → VAD/ASR → nlu_done → guard_done → exec_done → tts_start. Silero dùng chung một dòng PCM; media command đi qua MediaBrowserCompat. Runtime adapter vẫn chờ CarSky/Device.</a:t>
            </a:r>
          </a:p>
        </p:txBody>
      </p:sp>
      <p:sp>
        <p:nvSpPr>
          <p:cNvPr id="55" name="Text 47">
            <a:extLst xmlns:a="http://schemas.openxmlformats.org/drawingml/2006/main">
              <a:ext uri="{FF2B5EF4-FFF2-40B4-BE49-F238E27FC236}">
                <a16:creationId xmlns:a16="http://schemas.microsoft.com/office/drawing/2014/main" id="{E8F1F885-C883-4B1A-9E0E-951AAEC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Boundary có sẵn, nhưng trạng thái khác nhau:</a:t>
            </a:r>
          </a:p>
        </p:txBody>
      </p:sp>
      <p:sp>
        <p:nvSpPr>
          <p:cNvPr id="56" name="Shape 48">
            <a:extLst xmlns:a="http://schemas.openxmlformats.org/drawingml/2006/main">
              <a:ext uri="{FF2B5EF4-FFF2-40B4-BE49-F238E27FC236}">
                <a16:creationId xmlns:a16="http://schemas.microsoft.com/office/drawing/2014/main" id="{82015E38-A5ED-401B-B746-4EECC59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7" name="Text 49">
            <a:extLst xmlns:a="http://schemas.openxmlformats.org/drawingml/2006/main">
              <a:ext uri="{FF2B5EF4-FFF2-40B4-BE49-F238E27FC236}">
                <a16:creationId xmlns:a16="http://schemas.microsoft.com/office/drawing/2014/main" id="{9DBDF376-0329-4CB9-A40C-A4F5965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AudioRecord</a:t>
            </a:r>
          </a:p>
        </p:txBody>
      </p:sp>
      <p:sp>
        <p:nvSpPr>
          <p:cNvPr id="58" name="Shape 50">
            <a:extLst xmlns:a="http://schemas.openxmlformats.org/drawingml/2006/main">
              <a:ext uri="{FF2B5EF4-FFF2-40B4-BE49-F238E27FC236}">
                <a16:creationId xmlns:a16="http://schemas.microsoft.com/office/drawing/2014/main" id="{20BF72EB-25C1-4EFE-A97D-C849326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9" name="Text 51">
            <a:extLst xmlns:a="http://schemas.openxmlformats.org/drawingml/2006/main">
              <a:ext uri="{FF2B5EF4-FFF2-40B4-BE49-F238E27FC236}">
                <a16:creationId xmlns:a16="http://schemas.microsoft.com/office/drawing/2014/main" id="{589ADAD8-00FC-48AE-A809-D05E3D24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Silero + AsrClient</a:t>
            </a:r>
          </a:p>
        </p:txBody>
      </p:sp>
      <p:sp>
        <p:nvSpPr>
          <p:cNvPr id="60" name="Shape 52">
            <a:extLst xmlns:a="http://schemas.openxmlformats.org/drawingml/2006/main">
              <a:ext uri="{FF2B5EF4-FFF2-40B4-BE49-F238E27FC236}">
                <a16:creationId xmlns:a16="http://schemas.microsoft.com/office/drawing/2014/main" id="{00C41739-CB2F-45A7-9019-4B540B5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1" name="Text 53">
            <a:extLst xmlns:a="http://schemas.openxmlformats.org/drawingml/2006/main">
              <a:ext uri="{FF2B5EF4-FFF2-40B4-BE49-F238E27FC236}">
                <a16:creationId xmlns:a16="http://schemas.microsoft.com/office/drawing/2014/main" id="{F481A874-B2E3-4EF1-B16F-29A1E9F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GrammarRule</a:t>
            </a:r>
          </a:p>
        </p:txBody>
      </p:sp>
      <p:sp>
        <p:nvSpPr>
          <p:cNvPr id="62" name="Shape 54">
            <a:extLst xmlns:a="http://schemas.openxmlformats.org/drawingml/2006/main">
              <a:ext uri="{FF2B5EF4-FFF2-40B4-BE49-F238E27FC236}">
                <a16:creationId xmlns:a16="http://schemas.microsoft.com/office/drawing/2014/main" id="{35EA2C98-DFEB-4766-85D4-6FBB04B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3" name="Text 55">
            <a:extLst xmlns:a="http://schemas.openxmlformats.org/drawingml/2006/main">
              <a:ext uri="{FF2B5EF4-FFF2-40B4-BE49-F238E27FC236}">
                <a16:creationId xmlns:a16="http://schemas.microsoft.com/office/drawing/2014/main" id="{0A5F657A-F024-4292-84F2-D7D676C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Vehicle gateway</a:t>
            </a:r>
          </a:p>
        </p:txBody>
      </p:sp>
      <p:sp>
        <p:nvSpPr>
          <p:cNvPr id="64" name="Shape 56">
            <a:extLst xmlns:a="http://schemas.openxmlformats.org/drawingml/2006/main">
              <a:ext uri="{FF2B5EF4-FFF2-40B4-BE49-F238E27FC236}">
                <a16:creationId xmlns:a16="http://schemas.microsoft.com/office/drawing/2014/main" id="{7102C4CC-D020-4335-9FF8-820D6AA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5" name="Text 57">
            <a:extLst xmlns:a="http://schemas.openxmlformats.org/drawingml/2006/main">
              <a:ext uri="{FF2B5EF4-FFF2-40B4-BE49-F238E27FC236}">
                <a16:creationId xmlns:a16="http://schemas.microsoft.com/office/drawing/2014/main" id="{13BD43F2-719E-4AC8-8794-F261086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TtsSpeaker</a:t>
            </a:r>
          </a:p>
        </p:txBody>
      </p:sp>
      <p:sp>
        <p:nvSpPr>
          <p:cNvPr id="66" name="Text 58">
            <a:extLst xmlns:a="http://schemas.openxmlformats.org/drawingml/2006/main">
              <a:ext uri="{FF2B5EF4-FFF2-40B4-BE49-F238E27FC236}">
                <a16:creationId xmlns:a16="http://schemas.microsoft.com/office/drawing/2014/main" id="{FB330D9D-7424-47DA-A380-E57F7347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Chỉ so hai engine sau khi dùng chung một dòng PCM và cùng định nghĩa endpoint.</a:t>
            </a:r>
          </a:p>
        </p:txBody>
      </p:sp>
      <p:sp>
        <p:nvSpPr>
          <p:cNvPr id="67" name="Text 59">
            <a:extLst xmlns:a="http://schemas.openxmlformats.org/drawingml/2006/main">
              <a:ext uri="{FF2B5EF4-FFF2-40B4-BE49-F238E27FC236}">
                <a16:creationId xmlns:a16="http://schemas.microsoft.com/office/drawing/2014/main" id="{92F10579-508A-42B3-B077-69AB95B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68" name="Text 60">
            <a:extLst xmlns:a="http://schemas.openxmlformats.org/drawingml/2006/main">
              <a:ext uri="{FF2B5EF4-FFF2-40B4-BE49-F238E27FC236}">
                <a16:creationId xmlns:a16="http://schemas.microsoft.com/office/drawing/2014/main" id="{ADF1F935-859D-408E-9B33-67142BE5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75517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EC66EF-CE45-4928-A521-6E4B541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D64FCA-C3C8-499C-A5F0-9749E7EF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TOÀN LÀ HỢP ĐỒNG, KHÔNG PHẢI CLAIM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88E4EA-E12D-4A66-8443-FA3BECE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D4DC04-92C3-4D2B-9D14-DAB66C6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“Ngôn ngữ có thể xác suất — thực thi phải tất định.” SafetyGuard đã có source/build/test; runtime Device vẫn là gate.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9D462FE-E35E-485F-BF13-8434365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C2849F6-BC0D-4048-A814-0359B98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4d1087d48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61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44CCC7-0394-4AF9-A8FB-7849D2E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G1 · Khóa theo trạng thái xe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D6EA61D-ACCF-4984-B70B-92C63DC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Đọc speed/gear/door trước khi gọi setter.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6EDF1D-1039-44C1-8E02-ADD8C56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Target: Speed=60 + “mở cửa” → Deny:G1_SPEED_LOCK; không gọi property.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625E104-FB13-4D24-B38E-5EE9746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F7F3EE6-673B-49E3-80C3-DE23B29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0b4cdadda4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9409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FCE4E7F-77C6-4A1B-A482-B4E3AB79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G2 · Xác nhận lệnh nhạy cảm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31A91DD-0166-4C18-89BC-2B37AD7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Giữ pending action có thời hạn; xác nhận đúng ngữ cảnh.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358AC60-7245-4981-9A4D-AA41CAE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Không dùng một câu “có” cũ để chạy lệnh mới.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F24FE42-B09C-4A2B-AF9D-BF7B2F6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BD2080A-E7CC-483B-90D6-C9D7BB8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0ccd293a2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457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A84BDA6-459F-4ACE-BCB5-7C28D46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G3 · Chặn lệnh ngoài contract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F0BFA0A-1795-4AC1-BC19-EF92352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Whitelist intent, kiểm schema/miền và từ chối ngoài phạm vi.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318D07D9-F9B9-4E90-88C3-F90D1D0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LLM, nếu có, chỉ đề xuất intent; policy mới quyết định.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EBADB92A-09CC-42AD-8D12-89CD2EB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83112" cy="120700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B72D5633-A154-4F3D-93F1-62185E7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0652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Gate evidence hiện có: SafetyGuard + test denial/confirmation + trace source/build. Cần thêm snapshot xe + trace Device trước khi claim an toàn end-to-end.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5AECEDC-675D-43B2-84F4-D138D15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DEFC98E7-561B-4863-A34B-6269E06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3639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VOICE ĐÃ CÓ BẰNG CHỨNG, KHÔNG CHỈ CÓ SLIDE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Worktree 09/08 · JVM/source/build verification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4e85ddb4a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258 test JVM · 0 fail · 0 error · 0 skip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ca0d0eb64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99 test voice-core + 159 test automotive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5281ed570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2 APK build xanh: mockDebug + realDebug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93f262523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Backend go test ./... exit 0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cf7c9a41b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Base af91b6d · worktree 09/08 · Java 21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năng lực đã kiểm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Push-to-talk + WAV + Silero VAD ONNX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Grammar router đủ 10 intent lõi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Timeout/lỗi có stage; không ghi false success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36 prompt TTS fallback + audio focus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SafetyGuard live · denial/confirmation tested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Media play/pause/next · MediaBrowser · 2 APK xanh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PHẢI CÓ EVIDENCE ĐÚNG TẦNG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Được phép nói ở snapshot hiện tại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270368d144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C-VOICE: source/JVM/build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76e8bc64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C-ERROR: source/JVM/build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782e05f0744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C-MODULAR: source/JVM/build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af6a0fdef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258 test + 2 APK build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507fbb80c4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gọi local log là CarSky evidence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gate còn đỏ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C-HVAC / C-DOOR: chờ Device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C-MEDIA: source/build xanh; runtime chờ Device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C-SAFETY: source/build/test; Device trace chờ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C-LATENCY: chưa công bố p50/p95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C-PLATFORM: chờ login + web ADB CarSky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Mock dùng để phát triển — nhưng phải gắn nhãn Mô phỏng.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D66CF8-DA83-46AF-AC8D-93DD354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1339F9-164F-4D15-8670-5AB41B6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VOICE TÍCH HỢP CHO COCKPIT AAOS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B5F1CC-5A81-4F92-89E7-1C950DF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223754-462E-4405-ACE8-8817B9D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54EB5B-6E8B-4C0B-A752-D2CB44E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2704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210758f247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1685056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3285B55-5DE9-40C8-AA34-423E7E2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307592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Người dùng &amp; người quyết định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2641476-9525-4B30-83C8-3588912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655064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User: tài xế giao hàng. Buyer/process owner: fleet ops, OEM hoặc Tier-1.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34ABFA-35E0-420A-92B1-F6D1515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15768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F877178-09FE-4E7F-BA9B-87C64ED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981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9ff24d13b4b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3257824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1252823-BF40-4D0F-BC06-A7ADD14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80360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Offering &amp; outcome giả thuyết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6F80C27-B613-4225-A4B3-65974F7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227832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Module voice B2B/B2B2C cho cockpit AAOS; giảm thao tác chạm và chuyển ngữ cảnh. Cần thử nghiệm người dùng để xác nhận.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D8F96B3-5EC5-41B4-BE53-30411CC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8536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D21EAC4-8748-46BB-B8A8-B167C218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725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bee0a0bb7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4830592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A196335-B35F-4EC7-BB7D-588706D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53128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Bước kiểm chứng tiếp theo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FBFFD88-B187-48A0-8D61-BF091CB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800600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Chạy tác vụ chặng giao với tài xế/fleet ops; đo completion time, lỗi intent và số lần phải chạm.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D7BC05F-B329-4136-ABAA-EA972C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Rào cản lớn nhất: quyền và evidence cho APP → service fw → PropertyID → VHAL → CAN.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5653CE3-B326-40E4-833E-6320448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7CFE12A-78BA-4C5C-86B4-C95D0D7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5288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187435-593C-461A-B147-05238F3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3E3783-C034-4796-A4E2-90BAC5F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3 PHÚT: MỘT LUỒNG, HAI GATE LỖI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F62120-A5C3-4FB0-B3D7-6CCD1AD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8F48A6-F3EC-4E4E-8638-5420A42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3E7350-0C84-458F-9F55-55ED12A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ADD26F-7146-4DE0-8EA3-ACCADC2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1 · HIỂU &amp; HỎI LẠI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1A7449-3956-4427-B518-E1E53C3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“Hạ điều hòa 24 độ” → intent có slot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“Quạt mạnh lên” → hỏi mức 0–5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đoán giá trị thiếu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49D4F1-F91A-4DC2-BE17-A0CA184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8C93571-E12A-48B6-B31A-CE9744A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1F8B8D-B59F-49DE-A3FB-64007A9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2 · THỰC THI &amp; PHẢN HỒI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60D72-EE3B-4434-8368-B152B86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HVAC/fan chỉ xác nhận sau Applied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“Chuyển bài” → intent → MediaBrowser; runtime chờ Device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Lỗi được gắn đúng stage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93FDC31-C9AC-4B30-AC7E-97C552F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F34EB9-72FF-4E2B-A114-E14955B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1F1446-7F3A-434E-9D3F-7552F65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TỪ CHỐI &amp; BẰNG CHỨNG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F23BB2-8E35-40AA-8F34-FBC4E53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“Đặt bàn ăn tối” → từ chối lịch sự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SafetyGuard từ chối/confirm + trace source/build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Mock/Device được nói rõ trên màn hình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E22337-473B-48B3-B0B0-3E93D16D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9A949D-7174-4562-8083-2F7EC64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53128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Source/build xanh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04AFB02-8064-416A-AF9D-AC2F545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CBA6D9-EA6A-448A-8BA6-1C968FC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4531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Runtime chờ Device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D900E67-DFBB-45E8-85F3-C0A3FEF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83112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56D14C-E618-4F46-82D5-87CC3B0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Deliverable: commit identity · Claim–Evidence Map · Product Card · video uncut · write-up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3EA1373-2AB8-4235-9165-0F65002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24144"/>
            <a:ext cx="11183112" cy="603504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2FC247-737E-4D6D-B334-7FE50E56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24144"/>
            <a:ext cx="106527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Nếu Device fail: dùng mock có nhãn; không lặp lệnh quá một lần; không claim full-stack.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51745B-276A-4EEC-9486-DAFBEB9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E3CC7F-0FFD-47DD-8D40-C1B3F4C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1529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E03E26-7203-4E14-A9EC-A381948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22960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51b3f464c45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150876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BD3BC5-4C62-4781-AD34-63E4A8B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GATE CUỐI: CHẠY TRÊN DEVICE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726630-D2E3-43E4-983B-DFACC4DC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03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 — Vietnamese In-Vehicle Assistant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36DA635-320C-4EFF-8615-4BD8DCB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Voice core, VAD, SafetyGuard và media adapter đã có bằng chứng source/build. Gate cuối: xác nhận execution path trên CarSky/Device — không mở thêm bề ngang.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EE16C4-7547-47AB-8D92-F8DD3A8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06240"/>
            <a:ext cx="66751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BA9F0FF-68EA-4671-A5CE-494D034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352544"/>
            <a:ext cx="6309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Đội trưởng: Ngô Văn Long — AI Engineer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longnv3008@gmail.com   ·   0348 006 898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linkedin.com/in/longnv3008   ·   github.com/longnv3008</a:t>
            </a:r>
          </a:p>
        </p:txBody>
      </p:sp>
    </p:spTree>
    <p:extLst>
      <p:ext uri="{BB962C8B-B14F-4D97-AF65-F5344CB8AC3E}">
        <p14:creationId xmlns:p14="http://schemas.microsoft.com/office/powerpoint/2010/main" val="620697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2026-08-08T17:59:32.9030000Z</dcterms:created>
  <dcterms:modified xsi:type="dcterms:W3CDTF">2026-08-08T17:59:32.9030000Z</dcterms:modified>
</coreProperties>
</file>